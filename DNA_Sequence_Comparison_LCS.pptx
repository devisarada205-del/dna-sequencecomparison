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compare DNA strings, find common subsequences, and explain the DP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row, then follow the orange cells back from the bottom-right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DNA Sequence Comparison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A3A3"/>
                </a:solidFill>
              </a:rPr>
              <a:t>LCS &amp; Dynamic Programming — applied to CRISPR guide design and gene editing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DAA Project  |  Python · Streamlit · Biopython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Compare two DNA strings and identify their common subsequences.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Show similarity measures and explain the DP table behind the result.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Make decisions visible: the filled table, the traceback path and the recovered LCS.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Store subproblem results once; rebuild the answer from stored states.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77840" y="128016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13716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it matters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Gene editing tools such as CRISPR depend on matching a short guide sequence to a genome. Measuring how similar sequences are tells us where edits will land and where they might not.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CRISPR &amp; Gene Editing: the Biology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</a:rPr>
              <a:t>Guide RNA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 ~20-nt guide leads Cas9 to a matching DNA site next to a PAM motif.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</a:rPr>
              <a:t>Cut &amp; repair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Cas9 cuts both strands; the cell repairs the break, disrupting or rewriting the gene.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371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</a:rPr>
              <a:t>Off-target risk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Near-matches elsewhere in the genome can be cut by mistake.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Link to this project: sequence comparison scores how well a guide matches a target or off-target site, and LCS handles insertions and deletions that simple position-by-position matching misses.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LCS with Dynamic Programming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</a:rPr>
              <a:t>Recurrence for sequences X (length m) and Y (length n):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L[i][j] = L[i-1][j-1] + 1          if X[i] = Y[j]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L[i][j] = max( L[i-1][j], L[i][j-1] )   otherwise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L[0][*] = L[*][0] = 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Overlapping subproblems: each prefix pair is solved once.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Time and space: O(m × 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Traceback from L[m][n] recovers the actual subsequence.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DP Table Example: guide vs target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447040"/>
                <a:gridCol w="447040"/>
                <a:gridCol w="447040"/>
                <a:gridCol w="447040"/>
                <a:gridCol w="447040"/>
                <a:gridCol w="447040"/>
                <a:gridCol w="447040"/>
                <a:gridCol w="447040"/>
                <a:gridCol w="447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∅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X (guide) = GACTTAC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Y (target) = GCATTGC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LCS length = 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LCS = GATTC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Orange cells mark matches on the traceback path.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Similarity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LCS length: 5 of 7 bases in the guide.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Similarity % = LCS / max(m, n) = 71.4%.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Edit distance (indel only) = m + n − 2 × LCS.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Optional Biopython pairwise alignment as a comparison approach.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0" y="1280160"/>
            <a:ext cx="3017520" cy="2560320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7160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CRISPR reading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 high score at an unintended site flags a possible off-target cut, so the guide can be redesigned before editing.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Prototype &amp; Outputs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Streamlit UI: paste or upload two sequences (FASTA via Biopython).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Validate A/C/G/T input, then build the DP table.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Display the heatmap-style table with the traceback path highlighted.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Report LCS string, length, similarity % and a plain-language explanation.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Compare the DP result with Biopython alignment.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A3"/>
                </a:solidFill>
              </a:rPr>
              <a:t>Takeaway: DP turns an exponential search into an O(m × n) solution that is explainable step by step.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2026-10-03T04:28:24Z</dcterms:created>
  <dcterms:modified xsi:type="dcterms:W3CDTF">2026-10-03T04:28:24Z</dcterms:modified>
</cp:coreProperties>
</file>